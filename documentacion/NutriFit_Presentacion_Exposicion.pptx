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CAF50"/>
                </a:solidFill>
              </a:defRPr>
            </a:pPr>
            <a:r>
              <a:t>PORTADA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App Gamificada de Nutrición, Hidratación y Entrenamiento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Títfo: "El Reto"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Muchas personas quieren cambiar pero pierden motivación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No saben cuánto comer ni si están progresando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Entrenar solo es aburrido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❌ Falta asesoramiento personalizado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Gráfico de abandono o persona frustrada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SOLUCIÓN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"NutriFit: La Respuesta"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Gamificación integrada (XP, niveles, logros)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IA para análisis de fotos y asesoramiento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Comunidad (amigos, ranking, compartición)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Personalización automática (TMB, macros)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Visualización clara del progreso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Captura del home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FUNCIONALIDADES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"¿Qué puede hacer?"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 (bullet style):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Registro y onboarding personalizado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Registro de comidas y hidratación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Escaneo de alimentos con 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Rutinas y ejercicios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Seguimiento de actividad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Gráficos del progreso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Compartición de rutinas (QR)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Búsqueda de amigos (email + QR)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Ranking y tienda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Chatbot personalizado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Exploración de lugares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Iconos de las 9 vistas principales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TECNOLOGÍAS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"Stack Tecnológico"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Tabla o diagrama: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Backend: PHP 8.2 OOP + PDO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BD: MySQL 5.7+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Frontend: HTML5/CSS3/JS Vanilla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Gráficos: Chart.js 4.4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IA: Gemini 2.0 Flash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QR: qrcode.js + qr-scanner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3D: Canvas custom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Logos de tecnologías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"Cómo Funciona"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Diagrama (o texto):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 (SPA, 9 vistas)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↓ Fetch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 (PHP, controladores)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↓ PDO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MySQL (18+ tablas)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Nota: "Diseño escalable, seguridad en servidor"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BASE DE DATOS &amp;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"Datos Seguros"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18 migraciones, 18+ tablas normalizadas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PDO con sentencias preparadas (protección SQL injection)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Contraseñas: bcrypt (cost=12)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Sesión: HttpOnly, SameSite, Secure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Validaciones: server-side, no client-side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Ownership: cada usuario solo ve sus datos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Diagrama de tablas principales (usuarios, comidas, amigos, logros)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IA &amp; ESCANEO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"Inteligencia Artificial"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Dos sistemas: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**Escaneo de alimentos**: Gemini Vision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Foto → IA → detección automática + cantidad estimada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Usuario confirma antes de registrar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**Asistente contextualizado**: Gemini 2.0 Flash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Acceso a: peso actual, meta, historial, nivel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Responde preguntas sobre salud, nutrición, ejercicio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Actualmente factual (generación personalizada deshabilitada por privacidad)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Captura de escaneo IA + chatbot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MI PROGRESO &amp; GRÁFICOS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"Visualización del Progreso"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Dashboard con XP, nivel, racha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 línea: Evolución de peso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 barras: Actividad diaria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Exportación PDF/CSV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Comparativa período anterior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Captura de Mi Progreso con ambos gráficos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EXPORTACIÓN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"Reportes Completos"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PDF: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Información personal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Período seleccionable (7/30/todos días)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Comidas del período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Resumen XP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CSV: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Datos tabulares (fecha, alimento, kcal, macros)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Importable en Excel/Sheets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Vista de PDF exportado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QR DE RUTINAS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"Compartir Rutinas"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Usuario selecciona rutina → genera QR único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Válido 7 días, puede revocarse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Otro usuario escanea → ve preview → importa copia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Copia independiente (no afecta original, no XP)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Token seguro: hash SHA256 en BD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Flujo QR: generar → escanear → previsualizar → importar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QR SOCIAL (NUEVO)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"Agregar Amigos por QR"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Cada usuario tiene código QR personal (estable, regenerable)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Amigo escanea → ve nombre + nivel (solo info pública)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Confirma → envía solicitud normal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Solicitud requiere aceptación (sin garantía automática)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Seguridad: NO expone email, peso, datos privados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Flujo: Mi QR → escaneo → preview → enviar solicitud → amigos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EXPLORAR &amp; MAPAS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"Geolocalización"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Mapa interactivo (Leaflet)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Busca: gimnasios, parques, nutricionistas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Ubicación actual (con permiso)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Detalles de lugar: dirección, horarios, contacto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Filtros por tipo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Captura del mapa con POI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GAMIFICACIÓN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"Motivación Integrada"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Sistemas: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XP: Comida (+10), Agua (+5 c/3 vasos), Ejercicio (+25)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Niveles: Cada 1000 XP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Racha: Días consecutivos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Logros: Hitos desbloqueables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Retos: Desafíos semanales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Ranking: Ligas (Bronce/Plata/Oro/Diamante)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Tienda: NutriCoins → cosméticos avatar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Captura de ranking + tienda + avatar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RESPONSIVE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"Funciona en Todo"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Mobile: 375×812 (sin scroll horizontal)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Desktop: 1366×768+ (interfaz completa)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Tablets: Adaptable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Navegación: Barra inferior móvil, adaptable desktop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Comparativa mobile vs desktop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BACKLOG &amp; DESARROLLO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"Estado del Proyecto"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Tabla resumen: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43 historias de usuario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40 completadas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 en revisión ⚠️ (email, Asistente generativo)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 mejora futura (accesorios 3D)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Gráfico: Porcentaje completado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DEMO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"Demostración Práctica"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Puntos (sin mostrar todavía):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Login / Registro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Onboarding → cálculo automático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Registrar comida + gráfico actualizado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Escaneo IA (foto o simulación)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Mi Progreso + Chart.js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Exportar PDF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7. QR de rutina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8. QR Social + agregar amigo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9. Explorar + mapa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10. Asistente (si da tiempo)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Nota: "Live demo en localhost"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CIERRE &amp; MEJORAS FUTURAS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Título: "Próximas Etapas"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Completado: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Plataforma funcional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Seguridad implementada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IA integrada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Comunidad operativa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 hacer: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 HTTPS (Heroku)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Email real (SMTP)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Notificaciones push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Integración wearables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Modelos 3D para accesorios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Imagen: Roadmap visual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**Colores**: Usa la paleta de NutriFit (verde limón, azul, gris)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**Fuentes**: Sans-serif moderna (Segoe, Arial, Roboto)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**Imágenes**: Capturas reales de la app en localhost (no mock-ups)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**Animaciones**: Subtiles (fade in, slide)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**Tiempo**: ~1.5 min por diapositiva = 27 diapositivas máximo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Problema → Solución (contraste)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Funcionalidades → Tecnologías (detalle)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Arquitectura → BD (base de datos)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IA → Gráficos (visualización)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Gamificación → Responsive (experiencia)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Backlog → Demo (prueba real)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Demo → Cierre (conclusión)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**Última actualización**: 6 de octubre de 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**Versión**: 2.0 (incluye QR Social en diapositiva 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