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nutrifit_mock/logo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71516" y="685800"/>
            <a:ext cx="1645920" cy="1810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7889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9FD9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NUTRICIÓN · MOVIMIENTO · MOTIVACIÓN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0" y="3108960"/>
            <a:ext cx="1218895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NutriFit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4343400"/>
            <a:ext cx="96286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que convierte cuidar tu alimentación en un juego que sí se sostiene en el tiempo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8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Santy  ·  Campa  ·  Sandoval  ·  Mauro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problema viene a resolver?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mundos que tienen que convivir en una sola app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25796" cy="4480560"/>
          </a:xfrm>
          <a:prstGeom prst="roundRect">
            <a:avLst>
              <a:gd name="adj" fmla="val 2449"/>
            </a:avLst>
          </a:prstGeom>
          <a:solidFill>
            <a:srgbClr val="FCEEE7"/>
          </a:solidFill>
          <a:ln/>
        </p:spPr>
      </p:sp>
      <p:pic>
        <p:nvPicPr>
          <p:cNvPr id="5" name="Image 0" descr="/tmp/nutrifit_mock/icons_pitch/negoc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031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2148840"/>
            <a:ext cx="42199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negocio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4677156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Gimnasios y nutricionistas pierden clientes sin seguimiento diario entre sesiones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Compite contra apps mucho más grandes (MyFitnessPal, Fitbit)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escáner con IA cuesta por foto y todavía no hay un modelo de monetización claro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sobre infraestructura de prototipo, no de producción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323076" y="1783080"/>
            <a:ext cx="5225796" cy="4480560"/>
          </a:xfrm>
          <a:prstGeom prst="roundRect">
            <a:avLst>
              <a:gd name="adj" fmla="val 2449"/>
            </a:avLst>
          </a:prstGeom>
          <a:solidFill>
            <a:srgbClr val="E6F2F5"/>
          </a:solidFill>
          <a:ln/>
        </p:spPr>
      </p:sp>
      <p:pic>
        <p:nvPicPr>
          <p:cNvPr id="9" name="Image 1" descr="/tmp/nutrifit_mock/icons_pitch/clien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396" y="2103120"/>
            <a:ext cx="548640" cy="548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283196" y="2148840"/>
            <a:ext cx="42199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6597396" y="2743200"/>
            <a:ext cx="4677156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 cuánto debería comer ni calcular su gasto calórico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cada comida a mano es tedioso — la 1ª causa de abandono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 un plan que respete su condición (celiaquía, diabetes, veganismo)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motivación inmediata, el uso diario decae en días o semanas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¿Para quién está pensado NutriFit?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persona que quiera ordenar su alimentación y su movimiento sin depender de saber nutrición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452878" cy="3657600"/>
          </a:xfrm>
          <a:prstGeom prst="roundRect">
            <a:avLst>
              <a:gd name="adj" fmla="val 4473"/>
            </a:avLst>
          </a:prstGeom>
          <a:solidFill>
            <a:srgbClr val="EAF6E4"/>
          </a:solidFill>
          <a:ln/>
        </p:spPr>
      </p:sp>
      <p:pic>
        <p:nvPicPr>
          <p:cNvPr id="5" name="Image 0" descr="/tmp/nutrifit_mock/icons_pitch/bajarPe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5039" y="2377440"/>
            <a:ext cx="822960" cy="822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383280"/>
            <a:ext cx="19956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Quiere bajar de peso o mantenerse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458718" y="1965960"/>
            <a:ext cx="2452878" cy="3657600"/>
          </a:xfrm>
          <a:prstGeom prst="roundRect">
            <a:avLst>
              <a:gd name="adj" fmla="val 4473"/>
            </a:avLst>
          </a:prstGeom>
          <a:solidFill>
            <a:srgbClr val="E6F2F5"/>
          </a:solidFill>
          <a:ln/>
        </p:spPr>
      </p:sp>
      <p:pic>
        <p:nvPicPr>
          <p:cNvPr id="8" name="Image 1" descr="/tmp/nutrifit_mock/icons_pitch/ganarMuscul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677" y="237744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87318" y="3383280"/>
            <a:ext cx="19956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ganar músculo o mejorar su rendimiento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277356" y="1965960"/>
            <a:ext cx="2452878" cy="3657600"/>
          </a:xfrm>
          <a:prstGeom prst="roundRect">
            <a:avLst>
              <a:gd name="adj" fmla="val 4473"/>
            </a:avLst>
          </a:prstGeom>
          <a:solidFill>
            <a:srgbClr val="FCEEE7"/>
          </a:solidFill>
          <a:ln/>
        </p:spPr>
      </p:sp>
      <p:pic>
        <p:nvPicPr>
          <p:cNvPr id="11" name="Image 2" descr="/tmp/nutrifit_mock/icons_pitch/condic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2315" y="2377440"/>
            <a:ext cx="822960" cy="8229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05956" y="3383280"/>
            <a:ext cx="19956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una condición alimentaria: celiaquía, diabetes, hipertensión, veganismo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9095994" y="1965960"/>
            <a:ext cx="2452878" cy="3657600"/>
          </a:xfrm>
          <a:prstGeom prst="roundRect">
            <a:avLst>
              <a:gd name="adj" fmla="val 4473"/>
            </a:avLst>
          </a:prstGeom>
          <a:solidFill>
            <a:srgbClr val="F5F7F3"/>
          </a:solidFill>
          <a:ln/>
        </p:spPr>
      </p:sp>
      <p:pic>
        <p:nvPicPr>
          <p:cNvPr id="14" name="Image 3" descr="/tmp/nutrifit_mock/icons_pitch/habit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0953" y="237744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324594" y="3383280"/>
            <a:ext cx="1995678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probó otras apps pero abandonó por falta de motivación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NutriFit?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087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app que combina nutrición, hidratación y entrenamiento con un sistema de gamificación completo — para que cuidarte se sienta más parecido a un juego que a una obligación.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452878" cy="3566160"/>
          </a:xfrm>
          <a:prstGeom prst="roundRect">
            <a:avLst>
              <a:gd name="adj" fmla="val 4473"/>
            </a:avLst>
          </a:prstGeom>
          <a:solidFill>
            <a:srgbClr val="EAF6E4"/>
          </a:solidFill>
          <a:ln/>
        </p:spPr>
      </p:sp>
      <p:pic>
        <p:nvPicPr>
          <p:cNvPr id="5" name="Image 0" descr="/tmp/nutrifit_mock/icons_pitch/nutri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0759" y="2423160"/>
            <a:ext cx="731520" cy="731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337560"/>
            <a:ext cx="20871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7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Nutrición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199567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Anillo calórico, macros y diario de comidas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58718" y="2057400"/>
            <a:ext cx="2452878" cy="3566160"/>
          </a:xfrm>
          <a:prstGeom prst="roundRect">
            <a:avLst>
              <a:gd name="adj" fmla="val 4473"/>
            </a:avLst>
          </a:prstGeom>
          <a:solidFill>
            <a:srgbClr val="E6F2F5"/>
          </a:solidFill>
          <a:ln/>
        </p:spPr>
      </p:sp>
      <p:pic>
        <p:nvPicPr>
          <p:cNvPr id="9" name="Image 1" descr="/tmp/nutrifit_mock/icons_pitch/hidratac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397" y="2423160"/>
            <a:ext cx="731520" cy="7315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41598" y="3337560"/>
            <a:ext cx="20871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Hidratación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3687318" y="3749040"/>
            <a:ext cx="199567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agua con meta diaria y recompensa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77356" y="2057400"/>
            <a:ext cx="2452878" cy="3566160"/>
          </a:xfrm>
          <a:prstGeom prst="roundRect">
            <a:avLst>
              <a:gd name="adj" fmla="val 4473"/>
            </a:avLst>
          </a:prstGeom>
          <a:solidFill>
            <a:srgbClr val="FCEEE7"/>
          </a:solidFill>
          <a:ln/>
        </p:spPr>
      </p:sp>
      <p:pic>
        <p:nvPicPr>
          <p:cNvPr id="13" name="Image 2" descr="/tmp/nutrifit_mock/icons_pitch/entrenamient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8035" y="242316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60236" y="3337560"/>
            <a:ext cx="20871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Entrenamiento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6505956" y="3749040"/>
            <a:ext cx="199567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Rutinas según objetivo y contador de pasos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9095994" y="2057400"/>
            <a:ext cx="2452878" cy="3566160"/>
          </a:xfrm>
          <a:prstGeom prst="roundRect">
            <a:avLst>
              <a:gd name="adj" fmla="val 4473"/>
            </a:avLst>
          </a:prstGeom>
          <a:solidFill>
            <a:srgbClr val="F5F7F3"/>
          </a:solidFill>
          <a:ln/>
        </p:spPr>
      </p:sp>
      <p:pic>
        <p:nvPicPr>
          <p:cNvPr id="17" name="Image 3" descr="/tmp/nutrifit_mock/icons_pitch/gamificac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6673" y="2423160"/>
            <a:ext cx="731520" cy="7315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278874" y="3337560"/>
            <a:ext cx="20871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D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Gamificación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9324594" y="3749040"/>
            <a:ext cx="199567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XP, niveles, rachas, ligas y tienda de recompensas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funciona?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primera vez que abrís la app a tu rutina de todos los días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487168" cy="3383280"/>
          </a:xfrm>
          <a:prstGeom prst="roundRect">
            <a:avLst>
              <a:gd name="adj" fmla="val 4412"/>
            </a:avLst>
          </a:prstGeom>
          <a:solidFill>
            <a:srgbClr val="EAF6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4028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7D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pic>
        <p:nvPicPr>
          <p:cNvPr id="6" name="Image 0" descr="/tmp/nutrifit_mock/icons_pitch/regis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0008" y="23317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063240"/>
            <a:ext cx="212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474720"/>
            <a:ext cx="2121408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con email y contraseña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3127248" y="347472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4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3447288" y="2103120"/>
            <a:ext cx="2487168" cy="3383280"/>
          </a:xfrm>
          <a:prstGeom prst="roundRect">
            <a:avLst>
              <a:gd name="adj" fmla="val 4412"/>
            </a:avLst>
          </a:prstGeom>
          <a:solidFill>
            <a:srgbClr val="E6F2F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30168" y="224028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4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pic>
        <p:nvPicPr>
          <p:cNvPr id="12" name="Image 1" descr="/tmp/nutrifit_mock/icons_pitch/onboard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216" y="233172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30168" y="3063240"/>
            <a:ext cx="212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630168" y="3474720"/>
            <a:ext cx="2121408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pasos: objetivo, biometría, dieta, alergias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5934456" y="347472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4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6254496" y="2103120"/>
            <a:ext cx="2487168" cy="3383280"/>
          </a:xfrm>
          <a:prstGeom prst="roundRect">
            <a:avLst>
              <a:gd name="adj" fmla="val 4412"/>
            </a:avLst>
          </a:prstGeom>
          <a:solidFill>
            <a:srgbClr val="FCEEE7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437376" y="224028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5470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pic>
        <p:nvPicPr>
          <p:cNvPr id="18" name="Image 2" descr="/tmp/nutrifit_mock/icons_pitch/pl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424" y="2331720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37376" y="3063240"/>
            <a:ext cx="212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generado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6437376" y="3474720"/>
            <a:ext cx="2121408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Calorías y macros diarios a tu medida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8741664" y="347472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4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17"/>
          <p:cNvSpPr/>
          <p:nvPr/>
        </p:nvSpPr>
        <p:spPr>
          <a:xfrm>
            <a:off x="9061704" y="2103120"/>
            <a:ext cx="2487168" cy="3383280"/>
          </a:xfrm>
          <a:prstGeom prst="roundRect">
            <a:avLst>
              <a:gd name="adj" fmla="val 4412"/>
            </a:avLst>
          </a:prstGeom>
          <a:solidFill>
            <a:srgbClr val="F5F7F3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9244584" y="224028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pic>
        <p:nvPicPr>
          <p:cNvPr id="24" name="Image 3" descr="/tmp/nutrifit_mock/icons_pitch/appDiari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1632" y="2331720"/>
            <a:ext cx="502920" cy="50292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44584" y="3063240"/>
            <a:ext cx="21214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diario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9244584" y="3474720"/>
            <a:ext cx="2121408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pestañas + ciclo de XP, niveles y recompensas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engancha: la gamificación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3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del día suma — y eso es lo que sostiene el hábito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487168" cy="3566160"/>
          </a:xfrm>
          <a:prstGeom prst="roundRect">
            <a:avLst>
              <a:gd name="adj" fmla="val 4412"/>
            </a:avLst>
          </a:prstGeom>
          <a:solidFill>
            <a:srgbClr val="223328"/>
          </a:solidFill>
          <a:ln/>
        </p:spPr>
      </p:sp>
      <p:pic>
        <p:nvPicPr>
          <p:cNvPr id="5" name="Image 0" descr="/tmp/nutrifit_mock/icons_pitch/x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3624" y="2423160"/>
            <a:ext cx="640080" cy="640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291840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FD9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 / +25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886200"/>
            <a:ext cx="212140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8E3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 por comida registrada o rutina completada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447288" y="2057400"/>
            <a:ext cx="2487168" cy="3566160"/>
          </a:xfrm>
          <a:prstGeom prst="roundRect">
            <a:avLst>
              <a:gd name="adj" fmla="val 4412"/>
            </a:avLst>
          </a:prstGeom>
          <a:solidFill>
            <a:srgbClr val="223328"/>
          </a:solidFill>
          <a:ln/>
        </p:spPr>
      </p:sp>
      <p:pic>
        <p:nvPicPr>
          <p:cNvPr id="9" name="Image 1" descr="/tmp/nutrifit_mock/icons_pitch/ni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242316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584448" y="3291840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FD9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×1.10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3630168" y="3886200"/>
            <a:ext cx="212140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8E3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 de XP por cada día de racha seguido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54496" y="2057400"/>
            <a:ext cx="2487168" cy="3566160"/>
          </a:xfrm>
          <a:prstGeom prst="roundRect">
            <a:avLst>
              <a:gd name="adj" fmla="val 4412"/>
            </a:avLst>
          </a:prstGeom>
          <a:solidFill>
            <a:srgbClr val="223328"/>
          </a:solidFill>
          <a:ln/>
        </p:spPr>
      </p:sp>
      <p:pic>
        <p:nvPicPr>
          <p:cNvPr id="13" name="Image 2" descr="/tmp/nutrifit_mock/icons_pitch/lig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2423160"/>
            <a:ext cx="640080" cy="6400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91656" y="3291840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FD9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ligas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6437376" y="3886200"/>
            <a:ext cx="212140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8E3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Bronce, Plata, Oro y Diamante — ranking con amigos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9061704" y="2057400"/>
            <a:ext cx="2487168" cy="3566160"/>
          </a:xfrm>
          <a:prstGeom prst="roundRect">
            <a:avLst>
              <a:gd name="adj" fmla="val 4412"/>
            </a:avLst>
          </a:prstGeom>
          <a:solidFill>
            <a:srgbClr val="223328"/>
          </a:solidFill>
          <a:ln/>
        </p:spPr>
      </p:sp>
      <p:pic>
        <p:nvPicPr>
          <p:cNvPr id="17" name="Image 3" descr="/tmp/nutrifit_mock/icons_pitch/tiend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5248" y="2423160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98864" y="3291840"/>
            <a:ext cx="22128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FD9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Tienda</a:t>
            </a:r>
            <a:endParaRPr lang="en-US" sz="2200" dirty="0"/>
          </a:p>
        </p:txBody>
      </p:sp>
      <p:sp>
        <p:nvSpPr>
          <p:cNvPr id="19" name="Text 13"/>
          <p:cNvSpPr txBox="1"/>
          <p:nvPr/>
        </p:nvSpPr>
        <p:spPr>
          <a:xfrm>
            <a:off x="9244584" y="3886200"/>
            <a:ext cx="2121408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8E3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Cosméticos de avatar canjeables con NutriCoins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NutriFit y no otra app?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71516" cy="1965960"/>
          </a:xfrm>
          <a:prstGeom prst="roundRect">
            <a:avLst>
              <a:gd name="adj" fmla="val 4651"/>
            </a:avLst>
          </a:prstGeom>
          <a:solidFill>
            <a:srgbClr val="EAF6E4"/>
          </a:solidFill>
          <a:ln/>
        </p:spPr>
      </p:sp>
      <p:pic>
        <p:nvPicPr>
          <p:cNvPr id="4" name="Image 0" descr="/tmp/nutrifit_mock/icons_pitch/ci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03454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74520" y="1691640"/>
            <a:ext cx="38084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7D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científica real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874520" y="2130552"/>
            <a:ext cx="380847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de Mifflin-St Jeor, no reglas genéricas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277356" y="1417320"/>
            <a:ext cx="5271516" cy="1965960"/>
          </a:xfrm>
          <a:prstGeom prst="roundRect">
            <a:avLst>
              <a:gd name="adj" fmla="val 4651"/>
            </a:avLst>
          </a:prstGeom>
          <a:solidFill>
            <a:srgbClr val="E6F2F5"/>
          </a:solidFill>
          <a:ln/>
        </p:spPr>
      </p:sp>
      <p:pic>
        <p:nvPicPr>
          <p:cNvPr id="8" name="Image 1" descr="/tmp/nutrifit_mock/icons_pitch/sinPayToW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396" y="2034540"/>
            <a:ext cx="731520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511796" y="1691640"/>
            <a:ext cx="38084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Gamificación sin trampa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511796" y="2130552"/>
            <a:ext cx="380847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XP, niveles y tienda coherentes, sin pay-to-win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40080" y="3703320"/>
            <a:ext cx="5271516" cy="1965960"/>
          </a:xfrm>
          <a:prstGeom prst="roundRect">
            <a:avLst>
              <a:gd name="adj" fmla="val 4651"/>
            </a:avLst>
          </a:prstGeom>
          <a:solidFill>
            <a:srgbClr val="FCEEE7"/>
          </a:solidFill>
          <a:ln/>
        </p:spPr>
      </p:sp>
      <p:pic>
        <p:nvPicPr>
          <p:cNvPr id="12" name="Image 2" descr="/tmp/nutrifit_mock/icons_pitch/todoUnLug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320540"/>
            <a:ext cx="731520" cy="7315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874520" y="3977640"/>
            <a:ext cx="38084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4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un solo lugar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1874520" y="4416552"/>
            <a:ext cx="380847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Nutrición, agua, entrenamiento y pasos juntos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277356" y="3703320"/>
            <a:ext cx="5271516" cy="1965960"/>
          </a:xfrm>
          <a:prstGeom prst="roundRect">
            <a:avLst>
              <a:gd name="adj" fmla="val 4651"/>
            </a:avLst>
          </a:prstGeom>
          <a:solidFill>
            <a:srgbClr val="F5F7F3"/>
          </a:solidFill>
          <a:ln/>
        </p:spPr>
      </p:sp>
      <p:pic>
        <p:nvPicPr>
          <p:cNvPr id="16" name="Image 3" descr="/tmp/nutrifit_mock/icons_pitch/iaRespald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7396" y="432054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511796" y="3977640"/>
            <a:ext cx="38084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D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que siempre responde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7511796" y="4416552"/>
            <a:ext cx="3808476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→ Gemini → modelo local: nunca te deja sin respuesta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nutrifit_mock/logo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005840"/>
            <a:ext cx="1005840" cy="110642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2926080"/>
            <a:ext cx="99943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Cuidar tu salud, con las mismas ganas con las que jugás.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0" y="4023360"/>
            <a:ext cx="121889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FD9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8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Santy  ·  Campa  ·  Sandoval  ·  Mauro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2026-09-03T20:06:15Z</dcterms:created>
  <dcterms:modified xsi:type="dcterms:W3CDTF">2026-09-03T20:06:15Z</dcterms:modified>
</cp:coreProperties>
</file>